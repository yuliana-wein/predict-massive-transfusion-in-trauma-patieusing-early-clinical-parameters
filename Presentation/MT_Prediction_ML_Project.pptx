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0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3200400" cy="3200400"/>
          </a:xfrm>
          <a:prstGeom prst="ellipse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19456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19456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91440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Transfusion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Patients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420624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572000" y="34015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ABC Score with machine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regression models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emergency room, a trauma patient may need a massive blood transfusion. Doctors must decide how many units of packed red blood cells (pRBC) to prepare — too few risks the patient's life; too many wastes a scarce resource.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30352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871216"/>
            <a:ext cx="37490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828032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target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28032" y="2871216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66928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of use: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4281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what we need vs what we have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 collect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2803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data quantity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2803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365760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criteria: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63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822192"/>
            <a:ext cx="365760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4632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to address: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1513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—  DATA EXPLORATION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79476" y="1289305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units 24h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41071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0712" y="1792224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42900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291072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91072" y="1792224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309360" y="184708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66928" y="44531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finding: target is zero-inflated → Model 1 classifies need, Model 2 predicts quantity for positives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—  DATA PRE-PROCESSING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30352" y="1463040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92808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873752" y="1463040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873752" y="1463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6752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892808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3328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739896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45536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873752" y="3310128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873752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3328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&amp;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3739896"/>
            <a:ext cx="37307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Two-model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admission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9222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5818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97764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7842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852160" y="13716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897880" y="1417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938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98664" y="1856232"/>
            <a:ext cx="128016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777240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818120" y="14173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units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1938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0" cy="50292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846320" y="2468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31920" y="2834640"/>
            <a:ext cx="1737360" cy="621792"/>
          </a:xfrm>
          <a:prstGeom prst="roundRect">
            <a:avLst>
              <a:gd name="adj" fmla="val 10294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931920" y="28346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16642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566928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+ linear regression?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04164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taught in the curriculum  •  Interpretable coefficients — clinically meaningful  •  Logistic handles zero-inflated target cleanly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applied only to transfused subset — avoids zero-inflation problem  •  Baseline comparison: ABC Score ≥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environment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1408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7007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  •  Stratified on transfusion_yes to preserve class balance  •  Random seed fixed for reproducibility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530352" y="23957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30352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6151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training set  •  Prevents overfitting  •  Gives stable estimate of model performance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5295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regularisation strength C (logistic) and fit_intercept (linear)  •  Scored on AUC-ROC (Model 1) and MAE (Model 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30352" y="42245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0352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41513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method &amp;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4439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exclude tree-based methods (not yet in curriculum)  •  After building our models, we will note where a Random Forest might improve results and compare conceptually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scoring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3035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10512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72384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10512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72384" y="21945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514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0512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72384" y="2834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0512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72384" y="31546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828032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Regression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28032" y="1792224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18745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194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194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5146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(units)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5146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28346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1546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units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033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566928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insight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4041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cross-validation, go back to EDA: use coefficient signs and magnitudes to verify features are behaving as expected clinically (e.g., high lactate → more units). Iterate on features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data — insights from modelling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fitting the models, coefficients reveal which features matter most. We use this to revisit data exploration.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30428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coeff → strong predictor of needing transfusion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low Hb, high INR, FAST positive likely top predictors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 matches clinical expectation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45643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coefficients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6432" y="230428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47472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lab values best predict quantity?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multicollinearity (VIF) between Hb, INR, lactate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removing or combining correlated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10512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382512" y="1947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(Model 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2304288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00800" y="2359152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residuals vs fitted values — check homoscedasticity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of residuals — check normality assumption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violated: consider log-transform of target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AUC-ROC ≥ 0.85  |  Model 2 MAE ≤ 2 units pRBC  |  Both compared against ABC Score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67004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41071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new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10712" y="2670048"/>
            <a:ext cx="23774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42900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7627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291072" y="2313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2670048"/>
            <a:ext cx="237744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309360" y="272491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641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 Transfusion Prediction in Trauma Patients</dc:title>
  <dc:subject>PptxGenJS Presentation</dc:subject>
  <dc:creator>PptxGenJS</dc:creator>
  <cp:lastModifiedBy>יוליאנה ויינשטיין</cp:lastModifiedBy>
  <cp:revision>2</cp:revision>
  <dcterms:created xsi:type="dcterms:W3CDTF">2026-06-13T08:06:35Z</dcterms:created>
  <dcterms:modified xsi:type="dcterms:W3CDTF">2026-06-13T08:28:52Z</dcterms:modified>
</cp:coreProperties>
</file>